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8-31T16:47:12.014"/>
    <p1510:client id="{7BDA322B-A107-4A5D-9AAD-244DCE082AFE}" v="1" dt="2026-09-01T06:54:56.390"/>
    <p1510:client id="{B436A2CF-2EC8-80D4-FDF0-AA3D0762A60D}" v="2" dt="2026-08-31T17:23:32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B436A2CF-2EC8-80D4-FDF0-AA3D0762A60D}"/>
    <pc:docChg chg="mod modSld addMainMaster delMainMaster">
      <pc:chgData name="Guest User" userId="" providerId="Windows Live" clId="Web-{B436A2CF-2EC8-80D4-FDF0-AA3D0762A60D}" dt="2026-08-31T17:23:32.889" v="1"/>
      <pc:docMkLst>
        <pc:docMk/>
      </pc:docMkLst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3356346327" sldId="256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3356346327" sldId="256"/>
            <ac:spMk id="2" creationId="{91BEAD39-B8C3-0070-2904-71703B9DDD2C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3356346327" sldId="256"/>
            <ac:spMk id="3" creationId="{F0D960E2-F6DE-9F72-CF2C-8CCB352C7EA3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21407099" sldId="257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21407099" sldId="257"/>
            <ac:spMk id="2" creationId="{949DBCB1-592B-E5C9-6BEF-B8E319DC69CE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221407099" sldId="257"/>
            <ac:spMk id="3" creationId="{B7F6CA3B-2251-639B-112E-111255F24DE4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181091405" sldId="258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181091405" sldId="258"/>
            <ac:spMk id="2" creationId="{458EB04B-0EFC-C174-8842-35B3E9E7D364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162316837" sldId="259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162316837" sldId="259"/>
            <ac:spMk id="2" creationId="{CAFF3A66-F478-FDE7-7D02-463604F07802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2162316837" sldId="259"/>
            <ac:spMk id="3" creationId="{F4EA11B2-D16C-E6AD-55BB-804AD00509B9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4011072229" sldId="260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4011072229" sldId="260"/>
            <ac:spMk id="2" creationId="{5092F186-08A8-6B13-A58C-4B5F806EE2EB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1633278852" sldId="261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1633278852" sldId="261"/>
            <ac:spMk id="2" creationId="{97F85D7A-78E7-3C51-2B99-8DDDBD134EDC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1633278852" sldId="261"/>
            <ac:spMk id="3" creationId="{617D5189-6397-DC3A-4A7C-D3850E6D3800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1072421447" sldId="262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1072421447" sldId="262"/>
            <ac:spMk id="2" creationId="{115BF49A-4886-7519-9277-EBB09D53B799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1539124362" sldId="263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1539124362" sldId="263"/>
            <ac:spMk id="2" creationId="{6D37CBD3-F1E8-F370-B6B5-9A13C850D145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1539124362" sldId="263"/>
            <ac:spMk id="3" creationId="{E9C32A01-B20B-8680-C90B-E4CEC595C3B2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11972158" sldId="264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11972158" sldId="264"/>
            <ac:spMk id="2" creationId="{41F32A3F-3E68-1A88-F70A-7F7E553CC439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1598697026" sldId="265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1598697026" sldId="265"/>
            <ac:spMk id="2" creationId="{5EA192B1-4DA0-B656-BA93-564AE0DFEDEC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1598697026" sldId="265"/>
            <ac:spMk id="3" creationId="{6FD1A0CA-2DED-2E4D-4AAB-A5BFAD0771D5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32154019" sldId="266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32154019" sldId="266"/>
            <ac:spMk id="2" creationId="{3916D570-7B89-F172-73F5-F4BA65B20DE0}"/>
          </ac:spMkLst>
        </pc:spChg>
        <pc:spChg chg="mod ord">
          <ac:chgData name="Guest User" userId="" providerId="Windows Live" clId="Web-{B436A2CF-2EC8-80D4-FDF0-AA3D0762A60D}" dt="2026-08-31T17:23:32.889" v="1"/>
          <ac:spMkLst>
            <pc:docMk/>
            <pc:sldMk cId="232154019" sldId="266"/>
            <ac:spMk id="3" creationId="{4F30CF48-5627-1E8B-C8A2-9B822E930CB5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52154423" sldId="267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52154423" sldId="267"/>
            <ac:spMk id="2" creationId="{065FAD1F-FA1A-E958-9E5A-CB792982A74A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3261509544" sldId="268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3261509544" sldId="268"/>
            <ac:spMk id="2" creationId="{5F30DC40-9E9B-F110-CD49-56363365B160}"/>
          </ac:spMkLst>
        </pc:spChg>
      </pc:sldChg>
      <pc:sldChg chg="modSp mod modClrScheme chgLayout">
        <pc:chgData name="Guest User" userId="" providerId="Windows Live" clId="Web-{B436A2CF-2EC8-80D4-FDF0-AA3D0762A60D}" dt="2026-08-31T17:23:32.889" v="1"/>
        <pc:sldMkLst>
          <pc:docMk/>
          <pc:sldMk cId="2425266305" sldId="269"/>
        </pc:sldMkLst>
        <pc:spChg chg="mod ord">
          <ac:chgData name="Guest User" userId="" providerId="Windows Live" clId="Web-{B436A2CF-2EC8-80D4-FDF0-AA3D0762A60D}" dt="2026-08-31T17:23:32.889" v="1"/>
          <ac:spMkLst>
            <pc:docMk/>
            <pc:sldMk cId="2425266305" sldId="269"/>
            <ac:spMk id="2" creationId="{44058192-E1F6-7F3F-9E92-47D60C8415EB}"/>
          </ac:spMkLst>
        </pc:spChg>
      </pc:sldChg>
      <pc:sldMasterChg chg="del delSldLayout">
        <pc:chgData name="Guest User" userId="" providerId="Windows Live" clId="Web-{B436A2CF-2EC8-80D4-FDF0-AA3D0762A60D}" dt="2026-08-31T17:23:30.123" v="0"/>
        <pc:sldMasterMkLst>
          <pc:docMk/>
          <pc:sldMasterMk cId="2688118442" sldId="2147483690"/>
        </pc:sldMasterMkLst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811458961" sldId="2147483691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1186206484" sldId="2147483692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286719425" sldId="2147483693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976626778" sldId="2147483694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013393385" sldId="2147483695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012071891" sldId="2147483696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1511606542" sldId="2147483697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983744689" sldId="2147483698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920382487" sldId="2147483699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841957731" sldId="2147483700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583822099" sldId="2147483701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342274325" sldId="2147483702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848383723" sldId="2147483703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300597244" sldId="2147483704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266302893" sldId="2147483705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881788178" sldId="2147483706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456874309" sldId="2147483707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4077300257" sldId="2147483708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046595817" sldId="2147483709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135074123" sldId="2147483710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353323143" sldId="2147483711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623547332" sldId="2147483712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1839199850" sldId="2147483713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1455875939" sldId="2147483714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4056760579" sldId="2147483715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962782220" sldId="2147483716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884699546" sldId="2147483717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3398426387" sldId="2147483718"/>
          </pc:sldLayoutMkLst>
        </pc:sldLayoutChg>
        <pc:sldLayoutChg chg="del">
          <pc:chgData name="Guest User" userId="" providerId="Windows Live" clId="Web-{B436A2CF-2EC8-80D4-FDF0-AA3D0762A60D}" dt="2026-08-31T17:23:30.123" v="0"/>
          <pc:sldLayoutMkLst>
            <pc:docMk/>
            <pc:sldMasterMk cId="2688118442" sldId="2147483690"/>
            <pc:sldLayoutMk cId="224165826" sldId="2147483719"/>
          </pc:sldLayoutMkLst>
        </pc:sldLayoutChg>
      </pc:sldMasterChg>
      <pc:sldMasterChg chg="add del addSldLayout delSldLayout modSldLayout">
        <pc:chgData name="Guest User" userId="" providerId="Windows Live" clId="Web-{B436A2CF-2EC8-80D4-FDF0-AA3D0762A60D}" dt="2026-08-31T17:23:32.889" v="1"/>
        <pc:sldMasterMkLst>
          <pc:docMk/>
          <pc:sldMasterMk cId="1533288011" sldId="2147483720"/>
        </pc:sldMasterMkLst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015175374" sldId="2147483721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406790153" sldId="2147483722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971586555" sldId="2147483723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360851827" sldId="2147483724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828444268" sldId="2147483725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751629354" sldId="2147483726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443057394" sldId="2147483727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23052962" sldId="2147483728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643000756" sldId="2147483729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271941142" sldId="2147483730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581616808" sldId="2147483731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632486879" sldId="2147483732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481646343" sldId="2147483733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759688736" sldId="2147483734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54764255" sldId="2147483735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3643820238" sldId="2147483736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053627207" sldId="2147483737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127550054" sldId="2147483738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990932189" sldId="2147483739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522887354" sldId="2147483740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97498451" sldId="2147483741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360675540" sldId="2147483742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2195196988" sldId="2147483743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938195200" sldId="2147483744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84184159" sldId="2147483745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913375188" sldId="2147483746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4125783657" sldId="2147483747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860576863" sldId="2147483748"/>
          </pc:sldLayoutMkLst>
        </pc:sldLayoutChg>
        <pc:sldLayoutChg chg="add del mod replId">
          <pc:chgData name="Guest User" userId="" providerId="Windows Live" clId="Web-{B436A2CF-2EC8-80D4-FDF0-AA3D0762A60D}" dt="2026-08-31T17:23:32.889" v="1"/>
          <pc:sldLayoutMkLst>
            <pc:docMk/>
            <pc:sldMasterMk cId="1533288011" sldId="2147483720"/>
            <pc:sldLayoutMk cId="1050752485" sldId="2147483749"/>
          </pc:sldLayoutMkLst>
        </pc:sldLayoutChg>
      </pc:sldMasterChg>
      <pc:sldMasterChg chg="add addSldLayout modSldLayout">
        <pc:chgData name="Guest User" userId="" providerId="Windows Live" clId="Web-{B436A2CF-2EC8-80D4-FDF0-AA3D0762A60D}" dt="2026-08-31T17:23:32.889" v="1"/>
        <pc:sldMasterMkLst>
          <pc:docMk/>
          <pc:sldMasterMk cId="4248487844" sldId="2147483750"/>
        </pc:sldMasterMkLst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893591947" sldId="2147483751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932070038" sldId="2147483752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213122486" sldId="2147483753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469169213" sldId="2147483754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520213392" sldId="2147483755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912754623" sldId="2147483756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520363286" sldId="2147483757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618256617" sldId="2147483758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4286235897" sldId="2147483759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533627514" sldId="2147483760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359111056" sldId="2147483761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9616187" sldId="2147483762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377095916" sldId="2147483763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862006973" sldId="2147483764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146889802" sldId="2147483765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828394536" sldId="2147483766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878799655" sldId="2147483767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61275455" sldId="2147483768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936637965" sldId="2147483769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064825919" sldId="2147483770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827883337" sldId="2147483771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465973194" sldId="2147483772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675344444" sldId="2147483773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767325010" sldId="2147483774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914997558" sldId="2147483775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2517566516" sldId="2147483776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1127783184" sldId="2147483777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3619417059" sldId="2147483778"/>
          </pc:sldLayoutMkLst>
        </pc:sldLayoutChg>
        <pc:sldLayoutChg chg="add mod replId">
          <pc:chgData name="Guest User" userId="" providerId="Windows Live" clId="Web-{B436A2CF-2EC8-80D4-FDF0-AA3D0762A60D}" dt="2026-08-31T17:23:32.889" v="1"/>
          <pc:sldLayoutMkLst>
            <pc:docMk/>
            <pc:sldMasterMk cId="4248487844" sldId="2147483750"/>
            <pc:sldLayoutMk cId="4061150340" sldId="2147483779"/>
          </pc:sldLayoutMkLst>
        </pc:sldLayoutChg>
      </pc:sldMasterChg>
    </pc:docChg>
  </pc:docChgLst>
  <pc:docChgLst>
    <pc:chgData name="Guest User" providerId="Windows Live" clId="Web-{00000000-0000-0000-0000-000000000000}"/>
    <pc:docChg chg="mod modSld addMainMaster delMainMaster">
      <pc:chgData name="Guest User" userId="" providerId="Windows Live" clId="Web-{00000000-0000-0000-0000-000000000000}" dt="2026-08-31T16:47:12.014" v="1"/>
      <pc:docMkLst>
        <pc:docMk/>
      </pc:docMkLst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3356346327" sldId="256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3356346327" sldId="256"/>
            <ac:spMk id="2" creationId="{91BEAD39-B8C3-0070-2904-71703B9DDD2C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3356346327" sldId="256"/>
            <ac:spMk id="3" creationId="{F0D960E2-F6DE-9F72-CF2C-8CCB352C7EA3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21407099" sldId="257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21407099" sldId="257"/>
            <ac:spMk id="2" creationId="{949DBCB1-592B-E5C9-6BEF-B8E319DC69CE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221407099" sldId="257"/>
            <ac:spMk id="3" creationId="{B7F6CA3B-2251-639B-112E-111255F24DE4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181091405" sldId="258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181091405" sldId="258"/>
            <ac:spMk id="2" creationId="{458EB04B-0EFC-C174-8842-35B3E9E7D364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162316837" sldId="259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162316837" sldId="259"/>
            <ac:spMk id="2" creationId="{CAFF3A66-F478-FDE7-7D02-463604F07802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2162316837" sldId="259"/>
            <ac:spMk id="3" creationId="{F4EA11B2-D16C-E6AD-55BB-804AD00509B9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4011072229" sldId="260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4011072229" sldId="260"/>
            <ac:spMk id="2" creationId="{5092F186-08A8-6B13-A58C-4B5F806EE2EB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1633278852" sldId="261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1633278852" sldId="261"/>
            <ac:spMk id="2" creationId="{97F85D7A-78E7-3C51-2B99-8DDDBD134EDC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1633278852" sldId="261"/>
            <ac:spMk id="3" creationId="{617D5189-6397-DC3A-4A7C-D3850E6D3800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1072421447" sldId="262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1072421447" sldId="262"/>
            <ac:spMk id="2" creationId="{115BF49A-4886-7519-9277-EBB09D53B799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1539124362" sldId="263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1539124362" sldId="263"/>
            <ac:spMk id="2" creationId="{6D37CBD3-F1E8-F370-B6B5-9A13C850D145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1539124362" sldId="263"/>
            <ac:spMk id="3" creationId="{E9C32A01-B20B-8680-C90B-E4CEC595C3B2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11972158" sldId="264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11972158" sldId="264"/>
            <ac:spMk id="2" creationId="{41F32A3F-3E68-1A88-F70A-7F7E553CC439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1598697026" sldId="265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1598697026" sldId="265"/>
            <ac:spMk id="2" creationId="{5EA192B1-4DA0-B656-BA93-564AE0DFEDEC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1598697026" sldId="265"/>
            <ac:spMk id="3" creationId="{6FD1A0CA-2DED-2E4D-4AAB-A5BFAD0771D5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32154019" sldId="266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32154019" sldId="266"/>
            <ac:spMk id="2" creationId="{3916D570-7B89-F172-73F5-F4BA65B20DE0}"/>
          </ac:spMkLst>
        </pc:spChg>
        <pc:spChg chg="mod ord">
          <ac:chgData name="Guest User" userId="" providerId="Windows Live" clId="Web-{00000000-0000-0000-0000-000000000000}" dt="2026-08-31T16:47:12.014" v="1"/>
          <ac:spMkLst>
            <pc:docMk/>
            <pc:sldMk cId="232154019" sldId="266"/>
            <ac:spMk id="3" creationId="{4F30CF48-5627-1E8B-C8A2-9B822E930CB5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52154423" sldId="267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52154423" sldId="267"/>
            <ac:spMk id="2" creationId="{065FAD1F-FA1A-E958-9E5A-CB792982A74A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3261509544" sldId="268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3261509544" sldId="268"/>
            <ac:spMk id="2" creationId="{5F30DC40-9E9B-F110-CD49-56363365B160}"/>
          </ac:spMkLst>
        </pc:spChg>
      </pc:sldChg>
      <pc:sldChg chg="modSp mod modClrScheme chgLayout">
        <pc:chgData name="Guest User" userId="" providerId="Windows Live" clId="Web-{00000000-0000-0000-0000-000000000000}" dt="2026-08-31T16:47:12.014" v="1"/>
        <pc:sldMkLst>
          <pc:docMk/>
          <pc:sldMk cId="2425266305" sldId="269"/>
        </pc:sldMkLst>
        <pc:spChg chg="mod ord">
          <ac:chgData name="Guest User" userId="" providerId="Windows Live" clId="Web-{00000000-0000-0000-0000-000000000000}" dt="2026-08-31T16:47:12.014" v="1"/>
          <ac:spMkLst>
            <pc:docMk/>
            <pc:sldMk cId="2425266305" sldId="269"/>
            <ac:spMk id="2" creationId="{44058192-E1F6-7F3F-9E92-47D60C8415EB}"/>
          </ac:spMkLst>
        </pc:spChg>
      </pc:sldChg>
      <pc:sldMasterChg chg="del delSldLayout">
        <pc:chgData name="Guest User" userId="" providerId="Windows Live" clId="Web-{00000000-0000-0000-0000-000000000000}" dt="2026-08-31T16:46:47.138" v="0"/>
        <pc:sldMasterMkLst>
          <pc:docMk/>
          <pc:sldMasterMk cId="1688349880" sldId="2147483648"/>
        </pc:sldMasterMkLst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3014587182" sldId="2147483649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2631280237" sldId="2147483650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1454233736" sldId="2147483651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925674845" sldId="2147483652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3904988057" sldId="2147483653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849687302" sldId="2147483654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1240903751" sldId="2147483655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3636193587" sldId="2147483656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1064691254" sldId="2147483657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646843538" sldId="2147483658"/>
          </pc:sldLayoutMkLst>
        </pc:sldLayoutChg>
        <pc:sldLayoutChg chg="del">
          <pc:chgData name="Guest User" userId="" providerId="Windows Live" clId="Web-{00000000-0000-0000-0000-000000000000}" dt="2026-08-31T16:46:47.138" v="0"/>
          <pc:sldLayoutMkLst>
            <pc:docMk/>
            <pc:sldMasterMk cId="1688349880" sldId="2147483648"/>
            <pc:sldLayoutMk cId="699124866" sldId="2147483659"/>
          </pc:sldLayoutMkLst>
        </pc:sldLayoutChg>
      </pc:sldMasterChg>
      <pc:sldMasterChg chg="add del addSldLayout delSldLayout modSldLayout">
        <pc:chgData name="Guest User" userId="" providerId="Windows Live" clId="Web-{00000000-0000-0000-0000-000000000000}" dt="2026-08-31T16:47:12.014" v="1"/>
        <pc:sldMasterMkLst>
          <pc:docMk/>
          <pc:sldMasterMk cId="2136048734" sldId="2147483660"/>
        </pc:sldMasterMkLst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4223731321" sldId="2147483661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4078608918" sldId="2147483662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419975952" sldId="2147483663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2948835619" sldId="2147483664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960440673" sldId="2147483665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2490675917" sldId="2147483666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4094923186" sldId="2147483667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2870460395" sldId="2147483668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694593797" sldId="2147483669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636666974" sldId="2147483670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012002472" sldId="2147483671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98971974" sldId="2147483672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551299256" sldId="2147483673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827366649" sldId="2147483674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345753797" sldId="2147483675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626499029" sldId="2147483676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649321373" sldId="2147483677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566709752" sldId="2147483678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919078502" sldId="2147483679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474703679" sldId="2147483680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3768045386" sldId="2147483681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563286352" sldId="2147483682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213772109" sldId="2147483683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2381277771" sldId="2147483684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337197651" sldId="2147483685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621820419" sldId="2147483686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119033940" sldId="2147483687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821811988" sldId="2147483688"/>
          </pc:sldLayoutMkLst>
        </pc:sldLayoutChg>
        <pc:sldLayoutChg chg="add del mod replId">
          <pc:chgData name="Guest User" userId="" providerId="Windows Live" clId="Web-{00000000-0000-0000-0000-000000000000}" dt="2026-08-31T16:47:12.014" v="1"/>
          <pc:sldLayoutMkLst>
            <pc:docMk/>
            <pc:sldMasterMk cId="2136048734" sldId="2147483660"/>
            <pc:sldLayoutMk cId="783151861" sldId="2147483689"/>
          </pc:sldLayoutMkLst>
        </pc:sldLayoutChg>
      </pc:sldMasterChg>
      <pc:sldMasterChg chg="add addSldLayout modSldLayout">
        <pc:chgData name="Guest User" userId="" providerId="Windows Live" clId="Web-{00000000-0000-0000-0000-000000000000}" dt="2026-08-31T16:47:12.014" v="1"/>
        <pc:sldMasterMkLst>
          <pc:docMk/>
          <pc:sldMasterMk cId="2688118442" sldId="2147483690"/>
        </pc:sldMasterMkLst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811458961" sldId="2147483691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1186206484" sldId="2147483692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286719425" sldId="2147483693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976626778" sldId="2147483694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013393385" sldId="2147483695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012071891" sldId="2147483696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1511606542" sldId="2147483697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983744689" sldId="2147483698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920382487" sldId="2147483699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841957731" sldId="2147483700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583822099" sldId="2147483701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342274325" sldId="2147483702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848383723" sldId="2147483703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300597244" sldId="2147483704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266302893" sldId="2147483705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881788178" sldId="2147483706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456874309" sldId="2147483707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4077300257" sldId="2147483708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046595817" sldId="2147483709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135074123" sldId="2147483710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353323143" sldId="2147483711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623547332" sldId="2147483712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1839199850" sldId="2147483713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1455875939" sldId="2147483714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4056760579" sldId="2147483715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962782220" sldId="2147483716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884699546" sldId="2147483717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3398426387" sldId="2147483718"/>
          </pc:sldLayoutMkLst>
        </pc:sldLayoutChg>
        <pc:sldLayoutChg chg="add mod replId">
          <pc:chgData name="Guest User" userId="" providerId="Windows Live" clId="Web-{00000000-0000-0000-0000-000000000000}" dt="2026-08-31T16:47:12.014" v="1"/>
          <pc:sldLayoutMkLst>
            <pc:docMk/>
            <pc:sldMasterMk cId="2688118442" sldId="2147483690"/>
            <pc:sldLayoutMk cId="224165826" sldId="2147483719"/>
          </pc:sldLayoutMkLst>
        </pc:sldLayoutChg>
      </pc:sldMasterChg>
    </pc:docChg>
  </pc:docChgLst>
  <pc:docChgLst>
    <pc:chgData name="Srihitha Chintha" userId="ad88857a20b777f3" providerId="LiveId" clId="{D163F958-004B-4C2F-8239-3487BE432AFA}"/>
    <pc:docChg chg="custSel delSld modSld">
      <pc:chgData name="Srihitha Chintha" userId="ad88857a20b777f3" providerId="LiveId" clId="{D163F958-004B-4C2F-8239-3487BE432AFA}" dt="2026-09-01T08:05:38.347" v="35" actId="1076"/>
      <pc:docMkLst>
        <pc:docMk/>
      </pc:docMkLst>
      <pc:sldChg chg="modSp mod">
        <pc:chgData name="Srihitha Chintha" userId="ad88857a20b777f3" providerId="LiveId" clId="{D163F958-004B-4C2F-8239-3487BE432AFA}" dt="2026-09-01T06:58:35.974" v="33" actId="1076"/>
        <pc:sldMkLst>
          <pc:docMk/>
          <pc:sldMk cId="3356346327" sldId="256"/>
        </pc:sldMkLst>
        <pc:spChg chg="mod">
          <ac:chgData name="Srihitha Chintha" userId="ad88857a20b777f3" providerId="LiveId" clId="{D163F958-004B-4C2F-8239-3487BE432AFA}" dt="2026-09-01T06:58:35.974" v="33" actId="1076"/>
          <ac:spMkLst>
            <pc:docMk/>
            <pc:sldMk cId="3356346327" sldId="256"/>
            <ac:spMk id="2" creationId="{91BEAD39-B8C3-0070-2904-71703B9DDD2C}"/>
          </ac:spMkLst>
        </pc:spChg>
        <pc:spChg chg="mod">
          <ac:chgData name="Srihitha Chintha" userId="ad88857a20b777f3" providerId="LiveId" clId="{D163F958-004B-4C2F-8239-3487BE432AFA}" dt="2026-09-01T06:54:56.542" v="5" actId="27636"/>
          <ac:spMkLst>
            <pc:docMk/>
            <pc:sldMk cId="3356346327" sldId="256"/>
            <ac:spMk id="3" creationId="{F0D960E2-F6DE-9F72-CF2C-8CCB352C7EA3}"/>
          </ac:spMkLst>
        </pc:spChg>
      </pc:sldChg>
      <pc:sldChg chg="modSp mod">
        <pc:chgData name="Srihitha Chintha" userId="ad88857a20b777f3" providerId="LiveId" clId="{D163F958-004B-4C2F-8239-3487BE432AFA}" dt="2026-09-01T08:05:22.296" v="34" actId="1076"/>
        <pc:sldMkLst>
          <pc:docMk/>
          <pc:sldMk cId="2181091405" sldId="258"/>
        </pc:sldMkLst>
        <pc:spChg chg="mod">
          <ac:chgData name="Srihitha Chintha" userId="ad88857a20b777f3" providerId="LiveId" clId="{D163F958-004B-4C2F-8239-3487BE432AFA}" dt="2026-09-01T08:05:22.296" v="34" actId="1076"/>
          <ac:spMkLst>
            <pc:docMk/>
            <pc:sldMk cId="2181091405" sldId="258"/>
            <ac:spMk id="2" creationId="{458EB04B-0EFC-C174-8842-35B3E9E7D364}"/>
          </ac:spMkLst>
        </pc:spChg>
      </pc:sldChg>
      <pc:sldChg chg="modSp mod">
        <pc:chgData name="Srihitha Chintha" userId="ad88857a20b777f3" providerId="LiveId" clId="{D163F958-004B-4C2F-8239-3487BE432AFA}" dt="2026-09-01T06:57:58.039" v="32" actId="1076"/>
        <pc:sldMkLst>
          <pc:docMk/>
          <pc:sldMk cId="2162316837" sldId="259"/>
        </pc:sldMkLst>
        <pc:spChg chg="mod">
          <ac:chgData name="Srihitha Chintha" userId="ad88857a20b777f3" providerId="LiveId" clId="{D163F958-004B-4C2F-8239-3487BE432AFA}" dt="2026-09-01T06:57:53.855" v="31" actId="20577"/>
          <ac:spMkLst>
            <pc:docMk/>
            <pc:sldMk cId="2162316837" sldId="259"/>
            <ac:spMk id="3" creationId="{F4EA11B2-D16C-E6AD-55BB-804AD00509B9}"/>
          </ac:spMkLst>
        </pc:spChg>
        <pc:picChg chg="mod">
          <ac:chgData name="Srihitha Chintha" userId="ad88857a20b777f3" providerId="LiveId" clId="{D163F958-004B-4C2F-8239-3487BE432AFA}" dt="2026-09-01T06:57:58.039" v="32" actId="1076"/>
          <ac:picMkLst>
            <pc:docMk/>
            <pc:sldMk cId="2162316837" sldId="259"/>
            <ac:picMk id="11" creationId="{E5801F37-C4F5-6297-8AF1-A9FCE1232967}"/>
          </ac:picMkLst>
        </pc:picChg>
      </pc:sldChg>
      <pc:sldChg chg="modSp del mod">
        <pc:chgData name="Srihitha Chintha" userId="ad88857a20b777f3" providerId="LiveId" clId="{D163F958-004B-4C2F-8239-3487BE432AFA}" dt="2026-09-01T06:55:29.362" v="13" actId="2696"/>
        <pc:sldMkLst>
          <pc:docMk/>
          <pc:sldMk cId="1539124362" sldId="263"/>
        </pc:sldMkLst>
      </pc:sldChg>
      <pc:sldChg chg="addSp delSp modSp mod">
        <pc:chgData name="Srihitha Chintha" userId="ad88857a20b777f3" providerId="LiveId" clId="{D163F958-004B-4C2F-8239-3487BE432AFA}" dt="2026-09-01T06:57:28.457" v="21" actId="14100"/>
        <pc:sldMkLst>
          <pc:docMk/>
          <pc:sldMk cId="211972158" sldId="264"/>
        </pc:sldMkLst>
        <pc:spChg chg="mod">
          <ac:chgData name="Srihitha Chintha" userId="ad88857a20b777f3" providerId="LiveId" clId="{D163F958-004B-4C2F-8239-3487BE432AFA}" dt="2026-09-01T06:55:38.350" v="14" actId="20577"/>
          <ac:spMkLst>
            <pc:docMk/>
            <pc:sldMk cId="211972158" sldId="264"/>
            <ac:spMk id="2" creationId="{41F32A3F-3E68-1A88-F70A-7F7E553CC439}"/>
          </ac:spMkLst>
        </pc:spChg>
        <pc:picChg chg="del">
          <ac:chgData name="Srihitha Chintha" userId="ad88857a20b777f3" providerId="LiveId" clId="{D163F958-004B-4C2F-8239-3487BE432AFA}" dt="2026-09-01T06:56:47.675" v="15" actId="478"/>
          <ac:picMkLst>
            <pc:docMk/>
            <pc:sldMk cId="211972158" sldId="264"/>
            <ac:picMk id="4" creationId="{6FC8DC7F-1017-3303-69D3-30A6FF064B9D}"/>
          </ac:picMkLst>
        </pc:picChg>
        <pc:picChg chg="add mod">
          <ac:chgData name="Srihitha Chintha" userId="ad88857a20b777f3" providerId="LiveId" clId="{D163F958-004B-4C2F-8239-3487BE432AFA}" dt="2026-09-01T06:57:28.457" v="21" actId="14100"/>
          <ac:picMkLst>
            <pc:docMk/>
            <pc:sldMk cId="211972158" sldId="264"/>
            <ac:picMk id="5" creationId="{C19C6E84-1565-17E0-563B-F111A8C83DAF}"/>
          </ac:picMkLst>
        </pc:picChg>
      </pc:sldChg>
      <pc:sldChg chg="modSp mod">
        <pc:chgData name="Srihitha Chintha" userId="ad88857a20b777f3" providerId="LiveId" clId="{D163F958-004B-4C2F-8239-3487BE432AFA}" dt="2026-09-01T08:05:38.347" v="35" actId="1076"/>
        <pc:sldMkLst>
          <pc:docMk/>
          <pc:sldMk cId="1598697026" sldId="265"/>
        </pc:sldMkLst>
        <pc:spChg chg="mod">
          <ac:chgData name="Srihitha Chintha" userId="ad88857a20b777f3" providerId="LiveId" clId="{D163F958-004B-4C2F-8239-3487BE432AFA}" dt="2026-09-01T08:05:38.347" v="35" actId="1076"/>
          <ac:spMkLst>
            <pc:docMk/>
            <pc:sldMk cId="1598697026" sldId="265"/>
            <ac:spMk id="3" creationId="{6FD1A0CA-2DED-2E4D-4AAB-A5BFAD0771D5}"/>
          </ac:spMkLst>
        </pc:spChg>
      </pc:sldChg>
      <pc:sldChg chg="modSp mod">
        <pc:chgData name="Srihitha Chintha" userId="ad88857a20b777f3" providerId="LiveId" clId="{D163F958-004B-4C2F-8239-3487BE432AFA}" dt="2026-09-01T06:54:56.510" v="4" actId="27636"/>
        <pc:sldMkLst>
          <pc:docMk/>
          <pc:sldMk cId="232154019" sldId="266"/>
        </pc:sldMkLst>
        <pc:spChg chg="mod">
          <ac:chgData name="Srihitha Chintha" userId="ad88857a20b777f3" providerId="LiveId" clId="{D163F958-004B-4C2F-8239-3487BE432AFA}" dt="2026-09-01T06:54:56.510" v="4" actId="27636"/>
          <ac:spMkLst>
            <pc:docMk/>
            <pc:sldMk cId="232154019" sldId="266"/>
            <ac:spMk id="3" creationId="{4F30CF48-5627-1E8B-C8A2-9B822E930CB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59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07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122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/>
            <a:ahLst/>
            <a:cxnLst/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169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213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75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A60B404-9532-4DA8-8A40-EC339A5BE635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0363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AB700-8552-46A0-B700-5DA0068ADBFC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8256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0D9374-B0AF-43C5-90A8-C409C7D54B55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23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362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9111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161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7709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2006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/>
            <a:ahLst/>
            <a:cxnLst/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 anchor="t">
            <a:noAutofit/>
          </a:bodyPr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AEAA3239-9EA4-4A65-A281-97F994456D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8898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394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/>
            <a:ahLst/>
            <a:cxnLst/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7996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/>
            </a:lvl1pPr>
          </a:lstStyle>
          <a:p>
            <a:endParaRPr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754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AD3D17-73C9-402C-91E7-BA73E6829C50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6637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482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78833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973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3444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325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D28B-DD56-4B56-883A-96608C765E28}" type="datetimeFigureOut">
              <a:rPr lang="en-US" dirty="0"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F5BAF5-ABAB-4575-8E56-D109A3D17F9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9975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57987AA-E4E6-4FC1-BAD8-09A952212C5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7566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7831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83684-32B4-06D7-AE23-1CBBF0A032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9834FF-A7C3-E9B6-E7BF-DA87C5B53A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EBB4C-44D6-2882-69CB-404B66DD2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0256-3908-411A-9127-9735E0BD066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59174-4B0C-C884-8A8F-A00C4774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C8D2C-FB6C-042F-CB4E-3E81F69B0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5B76-B5C3-4BE4-B98D-FF4ADE5AD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94170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B001E-8302-629A-6D6E-EA6753B6A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E99B7-60FA-1BCA-C2BB-099FDAFC12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8DBEF-8B20-71D2-C779-61AC213BF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10256-3908-411A-9127-9735E0BD0669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7B381A-1C5D-E991-51BE-022599AB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2F97-85AF-B658-8518-5ABF76C58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25B76-B5C3-4BE4-B98D-FF4ADE5AD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1150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2ABAD28B-DD56-4B56-883A-96608C765E28}" type="datetimeFigureOut">
              <a:rPr lang="en-US" dirty="0"/>
              <a:pPr/>
              <a:t>9/1/2026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7DF5BAF5-ABAB-4575-8E56-D109A3D17F9F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48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  <p:sldLayoutId id="2147483776" r:id="rId26"/>
    <p:sldLayoutId id="2147483777" r:id="rId27"/>
    <p:sldLayoutId id="2147483778" r:id="rId28"/>
    <p:sldLayoutId id="2147483779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AD39-B8C3-0070-2904-71703B9DD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886" y="1132093"/>
            <a:ext cx="9144000" cy="3026304"/>
          </a:xfrm>
        </p:spPr>
        <p:txBody>
          <a:bodyPr>
            <a:noAutofit/>
          </a:bodyPr>
          <a:lstStyle/>
          <a:p>
            <a:r>
              <a:rPr lang="en-IN" sz="4400" b="1" u="sng" dirty="0">
                <a:latin typeface="Bahnschrift Condensed" panose="020B0502040204020203" pitchFamily="34" charset="0"/>
              </a:rPr>
              <a:t>Design and Simulation of a Digital Patient Emergency Alarm and Alert System</a:t>
            </a:r>
            <a:br>
              <a:rPr lang="en-IN" b="1" dirty="0"/>
            </a:br>
            <a:br>
              <a:rPr lang="en-IN" sz="4400" dirty="0"/>
            </a:br>
            <a:endParaRPr lang="en-IN" sz="4400" b="1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D960E2-F6DE-9F72-CF2C-8CCB352C7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933" y="3352799"/>
            <a:ext cx="10642600" cy="2675467"/>
          </a:xfrm>
        </p:spPr>
        <p:txBody>
          <a:bodyPr>
            <a:normAutofit fontScale="70000" lnSpcReduction="20000"/>
          </a:bodyPr>
          <a:lstStyle/>
          <a:p>
            <a:r>
              <a:rPr lang="en-IN" sz="3400" b="1">
                <a:solidFill>
                  <a:schemeClr val="accent3">
                    <a:lumMod val="75000"/>
                  </a:schemeClr>
                </a:solidFill>
              </a:rPr>
              <a:t>Using Combinational Logic Gates for Instant Hospital Ward Response</a:t>
            </a:r>
          </a:p>
          <a:p>
            <a:endParaRPr lang="en-IN" sz="3400">
              <a:solidFill>
                <a:schemeClr val="accent3">
                  <a:lumMod val="75000"/>
                </a:schemeClr>
              </a:solidFill>
            </a:endParaRPr>
          </a:p>
          <a:p>
            <a:pPr algn="r"/>
            <a:endParaRPr lang="en-IN" sz="2000">
              <a:solidFill>
                <a:srgbClr val="FF0000"/>
              </a:solidFill>
            </a:endParaRPr>
          </a:p>
          <a:p>
            <a:pPr algn="r"/>
            <a:endParaRPr lang="en-IN" sz="2000">
              <a:solidFill>
                <a:srgbClr val="FF0000"/>
              </a:solidFill>
            </a:endParaRPr>
          </a:p>
          <a:p>
            <a:pPr algn="r"/>
            <a:r>
              <a:rPr lang="en-IN" sz="2000">
                <a:solidFill>
                  <a:srgbClr val="FF0000"/>
                </a:solidFill>
              </a:rPr>
              <a:t>Project done by:- Students of GROUP-14 :</a:t>
            </a:r>
          </a:p>
          <a:p>
            <a:pPr algn="r"/>
            <a:r>
              <a:rPr lang="en-IN" sz="2000" b="1"/>
              <a:t>Srihitha Chintha (2620080034)</a:t>
            </a:r>
          </a:p>
          <a:p>
            <a:pPr algn="r"/>
            <a:r>
              <a:rPr lang="en-IN" sz="2000" b="1"/>
              <a:t>Siva Lahari Reddy (2620080018)</a:t>
            </a:r>
          </a:p>
          <a:p>
            <a:pPr algn="r"/>
            <a:r>
              <a:rPr lang="en-IN" sz="2000" b="1"/>
              <a:t>Pranathi (2620080017)</a:t>
            </a:r>
          </a:p>
          <a:p>
            <a:pPr algn="r"/>
            <a:r>
              <a:rPr lang="en-IN" sz="2000" b="1"/>
              <a:t>Nitish Reddy (2620080051)</a:t>
            </a:r>
          </a:p>
        </p:txBody>
      </p:sp>
      <p:pic>
        <p:nvPicPr>
          <p:cNvPr id="4" name="Picture 3" descr="Best and Beautiful Black and White Floral Corner Borders for frames. Border  Designs ...">
            <a:extLst>
              <a:ext uri="{FF2B5EF4-FFF2-40B4-BE49-F238E27FC236}">
                <a16:creationId xmlns:a16="http://schemas.microsoft.com/office/drawing/2014/main" id="{F1003991-BB59-D0C3-4B3E-58415EB14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87" y="4021056"/>
            <a:ext cx="2571514" cy="2714764"/>
          </a:xfrm>
          <a:prstGeom prst="rect">
            <a:avLst/>
          </a:prstGeom>
        </p:spPr>
      </p:pic>
      <p:pic>
        <p:nvPicPr>
          <p:cNvPr id="10" name="Picture 9" descr="Flower Corner Border Images – Browse 190,887 Stock Photos, Vectors, and  Video | Adobe Stock">
            <a:extLst>
              <a:ext uri="{FF2B5EF4-FFF2-40B4-BE49-F238E27FC236}">
                <a16:creationId xmlns:a16="http://schemas.microsoft.com/office/drawing/2014/main" id="{EED6CBF0-84D9-E71A-A86A-5E871D3C5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863" y="15535"/>
            <a:ext cx="2659137" cy="2085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46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BCB1-592B-E5C9-6BEF-B8E319DC6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4066" y="305858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Algerian" panose="04020705040A02060702" pitchFamily="82" charset="0"/>
              </a:rPr>
              <a:t>Introduction &amp; Problem Statement</a:t>
            </a:r>
            <a:endParaRPr lang="en-IN" sz="360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6CA3B-2251-639B-112E-111255F2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66" y="1774825"/>
            <a:ext cx="6527800" cy="4558242"/>
          </a:xfrm>
        </p:spPr>
        <p:txBody>
          <a:bodyPr>
            <a:normAutofit/>
          </a:bodyPr>
          <a:lstStyle/>
          <a:p>
            <a:pPr lvl="0"/>
            <a:r>
              <a:rPr lang="en-IN" b="1">
                <a:highlight>
                  <a:srgbClr val="FF00FF"/>
                </a:highlight>
              </a:rPr>
              <a:t>Critical Response Times:</a:t>
            </a:r>
            <a:r>
              <a:rPr lang="en-IN">
                <a:highlight>
                  <a:srgbClr val="FF00FF"/>
                </a:highlight>
              </a:rPr>
              <a:t> </a:t>
            </a:r>
            <a:r>
              <a:rPr lang="en-IN" sz="2400"/>
              <a:t>In high-dependency hospital wards, delayed reactions to critical patient vitals can lead to fatal outcomes.</a:t>
            </a:r>
          </a:p>
          <a:p>
            <a:pPr lvl="0"/>
            <a:r>
              <a:rPr lang="en-IN" b="1">
                <a:highlight>
                  <a:srgbClr val="FF00FF"/>
                </a:highlight>
              </a:rPr>
              <a:t>Manual Bottlenecks:</a:t>
            </a:r>
            <a:r>
              <a:rPr lang="en-IN"/>
              <a:t> </a:t>
            </a:r>
            <a:r>
              <a:rPr lang="en-IN" sz="2400"/>
              <a:t>Traditional nurse call buttons lack priority categorisation and centralised visual-audio cues.</a:t>
            </a:r>
          </a:p>
          <a:p>
            <a:pPr lvl="0"/>
            <a:r>
              <a:rPr lang="en-IN" b="1">
                <a:highlight>
                  <a:srgbClr val="FF00FF"/>
                </a:highlight>
              </a:rPr>
              <a:t>Hardware Reliability:</a:t>
            </a:r>
            <a:r>
              <a:rPr lang="en-IN">
                <a:highlight>
                  <a:srgbClr val="FF00FF"/>
                </a:highlight>
              </a:rPr>
              <a:t> </a:t>
            </a:r>
            <a:r>
              <a:rPr lang="en-IN" sz="2400"/>
              <a:t>Simple mechanical toggles often fail under continuous operation, demanding robust digital circuit design.</a:t>
            </a:r>
          </a:p>
          <a:p>
            <a:pPr marL="0" indent="0">
              <a:buNone/>
            </a:pP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56A78C-A06A-21AD-7E24-97FBBD534D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654" y="2514601"/>
            <a:ext cx="526647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07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EB04B-0EFC-C174-8842-35B3E9E7D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067" y="12723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lgerian" panose="04020705040A02060702" pitchFamily="82" charset="0"/>
              </a:rPr>
              <a:t>System Architecture &amp; Workflow</a:t>
            </a:r>
            <a:endParaRPr lang="en-IN" sz="3600" dirty="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3C7A37-5CD0-1BBE-944D-03B95BC97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67" y="958184"/>
            <a:ext cx="3325379" cy="2571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81D640-6916-83F7-771E-D948D140E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821" y="1048384"/>
            <a:ext cx="3325379" cy="26490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58D931-ACEB-088C-8F0E-07DD6B72CC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2458" y="3697414"/>
            <a:ext cx="3607251" cy="288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091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F3A66-F478-FDE7-7D02-463604F0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24392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Algerian" panose="04020705040A02060702" pitchFamily="82" charset="0"/>
              </a:rPr>
              <a:t>What Triggers the Alarm?</a:t>
            </a:r>
            <a:endParaRPr lang="en-IN" sz="360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A11B2-D16C-E6AD-55BB-804AD0050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94"/>
            <a:ext cx="10515600" cy="4351338"/>
          </a:xfrm>
        </p:spPr>
        <p:txBody>
          <a:bodyPr/>
          <a:lstStyle/>
          <a:p>
            <a:pPr marL="0" lvl="0" indent="0">
              <a:buNone/>
            </a:pPr>
            <a:r>
              <a:rPr lang="en-IN" b="1" dirty="0">
                <a:highlight>
                  <a:srgbClr val="008080"/>
                </a:highlight>
              </a:rPr>
              <a:t>Patient Emergency Button ($E$):</a:t>
            </a:r>
            <a:r>
              <a:rPr lang="en-IN" dirty="0">
                <a:highlight>
                  <a:srgbClr val="008080"/>
                </a:highlight>
              </a:rPr>
              <a:t> </a:t>
            </a:r>
            <a:r>
              <a:rPr lang="en-IN" dirty="0"/>
              <a:t>Pressed manually by the patient using their bedside cord.</a:t>
            </a: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r>
              <a:rPr lang="en-IN" b="1" dirty="0">
                <a:highlight>
                  <a:srgbClr val="008080"/>
                </a:highlight>
              </a:rPr>
              <a:t>Vital Sign Monitor ($V$):</a:t>
            </a:r>
            <a:r>
              <a:rPr lang="en-IN" dirty="0">
                <a:highlight>
                  <a:srgbClr val="008080"/>
                </a:highlight>
              </a:rPr>
              <a:t> </a:t>
            </a:r>
            <a:r>
              <a:rPr lang="en-IN" dirty="0"/>
              <a:t>Triggered automatically if heart rate or oxygen levels drop dangerously low.</a:t>
            </a: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r>
              <a:rPr lang="en-IN" b="1" dirty="0">
                <a:highlight>
                  <a:srgbClr val="008080"/>
                </a:highlight>
              </a:rPr>
              <a:t>Nurse Reset Button ($N$):</a:t>
            </a:r>
            <a:r>
              <a:rPr lang="en-IN" dirty="0">
                <a:highlight>
                  <a:srgbClr val="008080"/>
                </a:highlight>
              </a:rPr>
              <a:t> </a:t>
            </a:r>
            <a:r>
              <a:rPr lang="en-IN" dirty="0"/>
              <a:t>Pressed by a nurse arriving at the bedside to turn off or mute the alert.</a:t>
            </a: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endParaRPr lang="en-IN" b="1" dirty="0">
              <a:highlight>
                <a:srgbClr val="008080"/>
              </a:highlight>
            </a:endParaRPr>
          </a:p>
          <a:p>
            <a:pPr marL="0" lvl="0" indent="0">
              <a:buNone/>
            </a:pPr>
            <a:r>
              <a:rPr lang="en-IN" b="1" dirty="0">
                <a:highlight>
                  <a:srgbClr val="008080"/>
                </a:highlight>
              </a:rPr>
              <a:t>Test Mode ($T$):</a:t>
            </a:r>
            <a:r>
              <a:rPr lang="en-IN" dirty="0">
                <a:highlight>
                  <a:srgbClr val="008080"/>
                </a:highlight>
              </a:rPr>
              <a:t> </a:t>
            </a:r>
            <a:r>
              <a:rPr lang="en-IN" dirty="0"/>
              <a:t>A switch used by staff during shift changes to test if lights and buzzers work.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33C7A-D71C-C589-3CE9-3E0BF978E7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0" y="2074989"/>
            <a:ext cx="429269" cy="3797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5D5D8-BF6E-3DC4-CD6A-FC9237987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71" y="2976044"/>
            <a:ext cx="440988" cy="3797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6F80CF-971A-A5DD-6E23-3A2774A928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71" y="3877099"/>
            <a:ext cx="429268" cy="3738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801F37-C4F5-6297-8AF1-A9FCE12329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90" y="4839466"/>
            <a:ext cx="513936" cy="571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16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2F186-08A8-6B13-A58C-4B5F806E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6151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Algerian" panose="04020705040A02060702" pitchFamily="82" charset="0"/>
              </a:rPr>
              <a:t>Truth Table (How Choices Dictate Output)</a:t>
            </a:r>
            <a:endParaRPr lang="en-IN" sz="360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223D26-6C53-E2E7-2428-301C5084A7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57" y="1337733"/>
            <a:ext cx="11753439" cy="474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072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85D7A-78E7-3C51-2B99-8DDDBD13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>
                <a:latin typeface="Algerian" panose="04020705040A02060702" pitchFamily="82" charset="0"/>
              </a:rPr>
              <a:t>Simplifying the Circuit Math</a:t>
            </a:r>
            <a:endParaRPr lang="en-IN" sz="400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D5189-6397-DC3A-4A7C-D3850E6D38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IN" sz="2400" b="1" i="1" u="sng">
                    <a:solidFill>
                      <a:srgbClr val="0070C0"/>
                    </a:solidFill>
                    <a:highlight>
                      <a:srgbClr val="FFFF00"/>
                    </a:highlight>
                  </a:rPr>
                  <a:t>Simplifying the Circuit Math:-</a:t>
                </a:r>
              </a:p>
              <a:p>
                <a:pPr marL="0" indent="0">
                  <a:buNone/>
                </a:pPr>
                <a:r>
                  <a:rPr lang="en-IN" sz="1800" b="1"/>
                  <a:t>Writing down every single condition where the alarm goes off:</a:t>
                </a:r>
                <a:endParaRPr lang="en-IN" sz="1800" b="1">
                  <a:solidFill>
                    <a:srgbClr val="0070C0"/>
                  </a:solidFill>
                </a:endParaRPr>
              </a:p>
              <a:p>
                <a:pPr lvl="0"/>
                <a:r>
                  <a:rPr lang="en-IN" b="1"/>
                  <a:t>Expanded Form:</a:t>
                </a:r>
                <a:r>
                  <a:rPr lang="en-IN"/>
                  <a:t> A = T + V N' + E N'</a:t>
                </a:r>
              </a:p>
              <a:p>
                <a:pPr lvl="0"/>
                <a:r>
                  <a:rPr lang="en-IN" b="1"/>
                  <a:t>Word Form: </a:t>
                </a:r>
                <a:r>
                  <a:rPr lang="en-IN" sz="1800"/>
                  <a:t>A = (</a:t>
                </a:r>
                <a:r>
                  <a:rPr lang="en-IN" sz="1800" b="1"/>
                  <a:t>T</a:t>
                </a:r>
                <a:r>
                  <a:rPr lang="en-IN" sz="1800"/>
                  <a:t> AND </a:t>
                </a:r>
                <a:r>
                  <a:rPr lang="en-IN" sz="1800" b="1"/>
                  <a:t>V</a:t>
                </a:r>
                <a:r>
                  <a:rPr lang="en-IN" sz="1800"/>
                  <a:t> AND </a:t>
                </a:r>
                <a:r>
                  <a:rPr lang="en-IN" sz="1800" b="1"/>
                  <a:t>E</a:t>
                </a:r>
                <a:r>
                  <a:rPr lang="en-IN" sz="1800"/>
                  <a:t> AND </a:t>
                </a:r>
                <a:r>
                  <a:rPr lang="en-IN" sz="1800" b="1"/>
                  <a:t>N</a:t>
                </a:r>
                <a:r>
                  <a:rPr lang="en-IN" sz="1800"/>
                  <a:t>) OR (</a:t>
                </a:r>
                <a:r>
                  <a:rPr lang="en-IN" sz="1800" b="1"/>
                  <a:t>T</a:t>
                </a:r>
                <a:r>
                  <a:rPr lang="en-IN" sz="1800"/>
                  <a:t> AND </a:t>
                </a:r>
                <a:r>
                  <a:rPr lang="en-IN" sz="1800" b="1"/>
                  <a:t>V</a:t>
                </a:r>
                <a:r>
                  <a:rPr lang="en-IN" sz="1800"/>
                  <a:t> AND </a:t>
                </a:r>
                <a:r>
                  <a:rPr lang="en-IN" sz="1800" b="1"/>
                  <a:t>E</a:t>
                </a:r>
                <a:r>
                  <a:rPr lang="en-IN" sz="1800"/>
                  <a:t> AND </a:t>
                </a:r>
                <a:r>
                  <a:rPr lang="en-IN" sz="1800" b="1"/>
                  <a:t>N</a:t>
                </a:r>
                <a:r>
                  <a:rPr lang="en-IN" sz="1800"/>
                  <a:t>) </a:t>
                </a:r>
              </a:p>
              <a:p>
                <a:pPr lvl="0"/>
                <a:endParaRPr lang="en-IN" sz="1800" b="1"/>
              </a:p>
              <a:p>
                <a:pPr marL="0" indent="0">
                  <a:buNone/>
                </a:pPr>
                <a:r>
                  <a:rPr lang="en-IN" sz="2400" b="1" i="1" u="sng">
                    <a:solidFill>
                      <a:srgbClr val="0070C0"/>
                    </a:solidFill>
                    <a:highlight>
                      <a:srgbClr val="FFFF00"/>
                    </a:highlight>
                  </a:rPr>
                  <a:t>Simplified Formula (K-Map):-</a:t>
                </a:r>
              </a:p>
              <a:p>
                <a:pPr marL="0" indent="0">
                  <a:buNone/>
                </a:pPr>
                <a:r>
                  <a:rPr lang="en-IN" sz="1800" b="1"/>
                  <a:t>Reducing it down to save hardware and make it faster:</a:t>
                </a:r>
              </a:p>
              <a:p>
                <a:r>
                  <a:rPr lang="en-IN" sz="2400" b="1"/>
                  <a:t>Simple Form:</a:t>
                </a:r>
                <a:r>
                  <a:rPr lang="en-IN" sz="1800" b="1"/>
                  <a:t> </a:t>
                </a:r>
                <a14:m>
                  <m:oMath xmlns:m="http://schemas.openxmlformats.org/officeDocument/2006/math">
                    <m:r>
                      <a:rPr lang="en-IN" sz="1800" b="1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800" b="1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800" b="1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1800" b="1" i="0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IN" sz="18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800" b="1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d>
                      <m:dPr>
                        <m:ctrlPr>
                          <a:rPr lang="en-IN" sz="1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800" b="1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sz="1800" b="1" i="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1800" b="1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IN" sz="1800" b="1"/>
              </a:p>
              <a:p>
                <a:r>
                  <a:rPr lang="en-IN" sz="2400" b="1"/>
                  <a:t>Word Form: </a:t>
                </a:r>
                <a:r>
                  <a:rPr lang="en-IN" sz="2400"/>
                  <a:t>A= </a:t>
                </a:r>
                <a:r>
                  <a:rPr lang="en-IN" sz="2400" b="1"/>
                  <a:t>T</a:t>
                </a:r>
                <a:r>
                  <a:rPr lang="en-IN" sz="2400"/>
                  <a:t> OR (NOT </a:t>
                </a:r>
                <a:r>
                  <a:rPr lang="en-IN" sz="2400" b="1"/>
                  <a:t>N</a:t>
                </a:r>
                <a:r>
                  <a:rPr lang="en-IN" sz="2400"/>
                  <a:t> AND (</a:t>
                </a:r>
                <a:r>
                  <a:rPr lang="en-IN" sz="2400" b="1"/>
                  <a:t>V</a:t>
                </a:r>
                <a:r>
                  <a:rPr lang="en-IN" sz="2400"/>
                  <a:t> OR </a:t>
                </a:r>
                <a:r>
                  <a:rPr lang="en-IN" sz="2400" b="1"/>
                  <a:t>E</a:t>
                </a:r>
                <a:r>
                  <a:rPr lang="en-IN" sz="2400"/>
                  <a:t>))</a:t>
                </a:r>
                <a:endParaRPr lang="en-IN" sz="2400" b="1"/>
              </a:p>
              <a:p>
                <a:pPr marL="0" lvl="0" indent="0">
                  <a:buNone/>
                </a:pPr>
                <a:endParaRPr lang="en-IN" sz="1800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7D5189-6397-DC3A-4A7C-D3850E6D38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3278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F49A-4886-7519-9277-EBB09D53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0200" y="271992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>
                <a:latin typeface="Algerian" panose="04020705040A02060702" pitchFamily="82" charset="0"/>
              </a:rPr>
              <a:t>Building the Logic Circuit</a:t>
            </a:r>
            <a:endParaRPr lang="en-IN" sz="320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A9B094-B6ED-B9D5-4EFC-6ED250E56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520" y="1216454"/>
            <a:ext cx="3383381" cy="2537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260F5C-4C4C-F108-46E9-398B5DDC2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849" y="1216454"/>
            <a:ext cx="3211202" cy="25689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4E526A-8916-4F4C-5736-CD3275A76D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145" y="3623361"/>
            <a:ext cx="3497216" cy="280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421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32A3F-3E68-1A88-F70A-7F7E553CC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618" y="477567"/>
            <a:ext cx="9922764" cy="1294228"/>
          </a:xfrm>
        </p:spPr>
        <p:txBody>
          <a:bodyPr>
            <a:normAutofit fontScale="90000"/>
          </a:bodyPr>
          <a:lstStyle/>
          <a:p>
            <a:r>
              <a:rPr lang="en-IN" sz="4000" dirty="0">
                <a:latin typeface="Algerian" panose="04020705040A02060702" pitchFamily="82" charset="0"/>
              </a:rPr>
              <a:t>Logic Gates Diagram</a:t>
            </a:r>
            <a:br>
              <a:rPr lang="en-IN" sz="4000" dirty="0">
                <a:latin typeface="Algerian" panose="04020705040A02060702" pitchFamily="82" charset="0"/>
              </a:rPr>
            </a:br>
            <a:br>
              <a:rPr lang="en-IN" sz="4000" dirty="0">
                <a:highlight>
                  <a:srgbClr val="00FFFF"/>
                </a:highlight>
                <a:latin typeface="Algerian" panose="04020705040A02060702" pitchFamily="82" charset="0"/>
              </a:rPr>
            </a:br>
            <a:r>
              <a:rPr lang="en-IN" sz="4000" dirty="0">
                <a:highlight>
                  <a:srgbClr val="00FFFF"/>
                </a:highlight>
              </a:rPr>
              <a:t>A = T+ not N (V+E)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C6E84-1565-17E0-563B-F111A8C83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774" y="2125133"/>
            <a:ext cx="9156760" cy="415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72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192B1-4DA0-B656-BA93-564AE0DFE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6066" y="2635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Algerian" panose="04020705040A02060702" pitchFamily="82" charset="0"/>
              </a:rPr>
              <a:t>Visual Logic Circuit Schematic</a:t>
            </a:r>
            <a:endParaRPr lang="en-IN" sz="3600">
              <a:latin typeface="Algerian" panose="04020705040A02060702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1A0CA-2DED-2E4D-4AAB-A5BFAD0771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4618" y="1589088"/>
                <a:ext cx="9922764" cy="4166755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                  </a:t>
                </a:r>
                <a:r>
                  <a:rPr lang="en-IN" b="1" dirty="0">
                    <a:highlight>
                      <a:srgbClr val="FFFF00"/>
                    </a:highlight>
                    <a:latin typeface="Agency FB" panose="020B0503020202020204" pitchFamily="34" charset="0"/>
                  </a:rPr>
                  <a:t>Schematic Overview</a:t>
                </a:r>
                <a:r>
                  <a:rPr lang="en-IN" b="1" dirty="0"/>
                  <a:t>: </a:t>
                </a:r>
                <a14:m>
                  <m:oMath xmlns:m="http://schemas.openxmlformats.org/officeDocument/2006/math">
                    <m:r>
                      <a:rPr lang="en-IN" b="1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b="1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b="1" dirty="0"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̅"/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d>
                      <m:dPr>
                        <m:ctrlPr>
                          <a:rPr lang="en-IN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IN" b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b="1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endParaRPr lang="en-IN" b="1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sz="3200" dirty="0"/>
                  <a:t>Inputs $V$ (Vital) and $E$ (Emergency) feed into an </a:t>
                </a:r>
                <a:r>
                  <a:rPr lang="en-IN" sz="3200" b="1" dirty="0"/>
                  <a:t>OR gate</a:t>
                </a:r>
                <a:r>
                  <a:rPr lang="en-IN" sz="3200" dirty="0"/>
                  <a:t>.</a:t>
                </a:r>
              </a:p>
              <a:p>
                <a:pPr marL="0" indent="0">
                  <a:buNone/>
                </a:pPr>
                <a:endParaRPr lang="en-IN" sz="3200" dirty="0"/>
              </a:p>
              <a:p>
                <a:r>
                  <a:rPr lang="en-IN" sz="3200" dirty="0"/>
                  <a:t>The output is combined with $\bar{N}$ via an </a:t>
                </a:r>
                <a:r>
                  <a:rPr lang="en-IN" sz="3200" b="1" dirty="0"/>
                  <a:t>AND gate</a:t>
                </a:r>
                <a:r>
                  <a:rPr lang="en-IN" sz="3200" dirty="0"/>
                  <a:t>, and finally merged with test switch $T$ using a second </a:t>
                </a:r>
                <a:r>
                  <a:rPr lang="en-IN" sz="3200" b="1" dirty="0"/>
                  <a:t>OR gate</a:t>
                </a:r>
                <a:r>
                  <a:rPr lang="en-IN" sz="3200" dirty="0"/>
                  <a:t> to drive the final alarm annunciation system.</a:t>
                </a: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FD1A0CA-2DED-2E4D-4AAB-A5BFAD0771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4618" y="1589088"/>
                <a:ext cx="9922764" cy="4166755"/>
              </a:xfrm>
              <a:blipFill>
                <a:blip r:embed="rId2"/>
                <a:stretch>
                  <a:fillRect l="-1413" t="-439" b="-24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869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6D570-7B89-F172-73F5-F4BA65B20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7800" y="2889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b="1">
                <a:latin typeface="Algerian" panose="04020705040A02060702" pitchFamily="82" charset="0"/>
              </a:rPr>
              <a:t>Testing and Simulation</a:t>
            </a:r>
            <a:endParaRPr lang="en-IN" sz="360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0CF48-5627-1E8B-C8A2-9B822E930C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2737"/>
            <a:ext cx="7298267" cy="335597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IN" b="1">
                <a:highlight>
                  <a:srgbClr val="800080"/>
                </a:highlight>
              </a:rPr>
              <a:t>Software Testing:</a:t>
            </a:r>
            <a:r>
              <a:rPr lang="en-IN">
                <a:highlight>
                  <a:srgbClr val="800080"/>
                </a:highlight>
              </a:rPr>
              <a:t> </a:t>
            </a:r>
            <a:r>
              <a:rPr lang="en-IN"/>
              <a:t>Tested on circuit simulation software to watch how signals behave.</a:t>
            </a:r>
          </a:p>
          <a:p>
            <a:pPr marL="0" lvl="0" indent="0">
              <a:buNone/>
            </a:pPr>
            <a:endParaRPr lang="en-IN"/>
          </a:p>
          <a:p>
            <a:pPr marL="0" lvl="0" indent="0">
              <a:buNone/>
            </a:pPr>
            <a:r>
              <a:rPr lang="en-IN" b="1">
                <a:highlight>
                  <a:srgbClr val="800080"/>
                </a:highlight>
              </a:rPr>
              <a:t>Speed Check:</a:t>
            </a:r>
            <a:r>
              <a:rPr lang="en-IN">
                <a:highlight>
                  <a:srgbClr val="800080"/>
                </a:highlight>
              </a:rPr>
              <a:t> </a:t>
            </a:r>
            <a:r>
              <a:rPr lang="en-IN"/>
              <a:t>Signals travel through the gates in under 15 nanoseconds (virtually instant).</a:t>
            </a:r>
          </a:p>
          <a:p>
            <a:pPr marL="0" lvl="0" indent="0">
              <a:buNone/>
            </a:pPr>
            <a:endParaRPr lang="en-IN"/>
          </a:p>
          <a:p>
            <a:pPr marL="0" lvl="0" indent="0">
              <a:buNone/>
            </a:pPr>
            <a:r>
              <a:rPr lang="en-IN" b="1">
                <a:highlight>
                  <a:srgbClr val="800080"/>
                </a:highlight>
              </a:rPr>
              <a:t>Zero Errors:</a:t>
            </a:r>
            <a:r>
              <a:rPr lang="en-IN">
                <a:highlight>
                  <a:srgbClr val="800080"/>
                </a:highlight>
              </a:rPr>
              <a:t> </a:t>
            </a:r>
            <a:r>
              <a:rPr lang="en-IN"/>
              <a:t>Confirmed no false alarms occur when turning the system on or off.</a:t>
            </a:r>
          </a:p>
          <a:p>
            <a:pPr marL="0" indent="0">
              <a:buNone/>
            </a:pPr>
            <a:br>
              <a:rPr lang="en-IN"/>
            </a:br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CD605-79BB-DCE6-B818-72A0D7FE98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506" y="2435893"/>
            <a:ext cx="371694" cy="422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B3895E-01DF-312D-EF30-8BE99D676A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64" y="3429000"/>
            <a:ext cx="450536" cy="4223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0E3083-E061-EA62-32EC-2242D0EC0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43" y="4469375"/>
            <a:ext cx="331957" cy="35566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654D81A-8ADA-8C63-E2BD-77BAC719B6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856" y="2442737"/>
            <a:ext cx="4167609" cy="226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4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FAD1F-FA1A-E958-9E5A-CB792982A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3334" y="156407"/>
            <a:ext cx="10515600" cy="1325563"/>
          </a:xfrm>
        </p:spPr>
        <p:txBody>
          <a:bodyPr>
            <a:normAutofit/>
          </a:bodyPr>
          <a:lstStyle/>
          <a:p>
            <a:r>
              <a:rPr lang="en-IN" sz="3200" b="1">
                <a:latin typeface="Algerian" panose="04020705040A02060702" pitchFamily="82" charset="0"/>
              </a:rPr>
              <a:t>Why is this design great?</a:t>
            </a:r>
            <a:endParaRPr lang="en-IN" sz="3200"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978846-7351-A0ED-E35E-4389F21E17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98" y="1290382"/>
            <a:ext cx="3125566" cy="27988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85152D-E679-8D00-6741-CF198669C8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181" y="1321674"/>
            <a:ext cx="3148521" cy="27675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0CB25B-F366-9069-512D-94A722B6D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788" y="3037299"/>
            <a:ext cx="3694345" cy="317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54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0DC40-9E9B-F110-CD49-56363365B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3915" y="286747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75124-B451-3669-2BF6-A1A6461AF47D}"/>
              </a:ext>
            </a:extLst>
          </p:cNvPr>
          <p:cNvSpPr txBox="1"/>
          <p:nvPr/>
        </p:nvSpPr>
        <p:spPr>
          <a:xfrm>
            <a:off x="2050871" y="2430543"/>
            <a:ext cx="9244146" cy="3180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Aft>
                <a:spcPts val="1650"/>
              </a:spcAft>
            </a:pPr>
            <a:r>
              <a:rPr lang="en-IN" sz="1800" b="1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Successful Integration:</a:t>
            </a:r>
            <a:r>
              <a:rPr lang="en-IN" sz="1800" b="0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 </a:t>
            </a:r>
            <a:r>
              <a:rPr lang="en-US"/>
              <a:t>Designed and simulated a combinational logic-based emergency alert system that meets</a:t>
            </a:r>
            <a:r>
              <a:rPr lang="en-IN" sz="1800" b="0" i="0">
                <a:solidFill>
                  <a:schemeClr val="tx1"/>
                </a:solidFill>
                <a:effectLst/>
                <a:latin typeface="+mn-lt"/>
              </a:rPr>
              <a:t> all hospital safety criteria.</a:t>
            </a:r>
          </a:p>
          <a:p>
            <a:pPr lvl="0">
              <a:spcAft>
                <a:spcPts val="1650"/>
              </a:spcAft>
            </a:pPr>
            <a:endParaRPr lang="en-IN" sz="1800" b="0" i="0">
              <a:solidFill>
                <a:schemeClr val="tx1"/>
              </a:solidFill>
              <a:effectLst/>
              <a:latin typeface="+mn-lt"/>
            </a:endParaRPr>
          </a:p>
          <a:p>
            <a:pPr marR="0" lvl="0" algn="l">
              <a:spcAft>
                <a:spcPts val="1650"/>
              </a:spcAft>
            </a:pPr>
            <a:r>
              <a:rPr lang="en-IN" sz="1800" b="1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Performance:</a:t>
            </a:r>
            <a:r>
              <a:rPr lang="en-IN" sz="1800" b="0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 </a:t>
            </a:r>
            <a:r>
              <a:rPr lang="en-IN" sz="1800" b="0" i="0">
                <a:solidFill>
                  <a:schemeClr val="tx1"/>
                </a:solidFill>
                <a:effectLst/>
                <a:latin typeface="+mn-lt"/>
              </a:rPr>
              <a:t>Demonstrated sub-microsecond response speeds through optimised Boolean expressions.</a:t>
            </a:r>
          </a:p>
          <a:p>
            <a:pPr marR="0" lvl="0" algn="l">
              <a:spcAft>
                <a:spcPts val="1650"/>
              </a:spcAft>
            </a:pPr>
            <a:endParaRPr lang="en-IN" sz="1800" b="0" i="0">
              <a:solidFill>
                <a:schemeClr val="tx1"/>
              </a:solidFill>
              <a:effectLst/>
              <a:latin typeface="+mn-lt"/>
            </a:endParaRPr>
          </a:p>
          <a:p>
            <a:pPr marR="0" lvl="0" algn="l">
              <a:spcAft>
                <a:spcPts val="1650"/>
              </a:spcAft>
            </a:pPr>
            <a:r>
              <a:rPr lang="en-IN" sz="1800" b="1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Scalability:</a:t>
            </a:r>
            <a:r>
              <a:rPr lang="en-IN" sz="1800" b="0" i="0">
                <a:solidFill>
                  <a:schemeClr val="tx1"/>
                </a:solidFill>
                <a:effectLst/>
                <a:highlight>
                  <a:srgbClr val="008000"/>
                </a:highlight>
                <a:latin typeface="+mn-lt"/>
              </a:rPr>
              <a:t> </a:t>
            </a:r>
            <a:r>
              <a:rPr lang="en-IN" sz="1800" b="0" i="0">
                <a:solidFill>
                  <a:schemeClr val="tx1"/>
                </a:solidFill>
                <a:effectLst/>
                <a:latin typeface="+mn-lt"/>
              </a:rPr>
              <a:t>Provides a dependable, scalable blueprint for modern healthcare ward safety infrastructure.</a:t>
            </a:r>
            <a:endParaRPr lang="en-IN" sz="1350" b="0" i="0">
              <a:solidFill>
                <a:srgbClr val="475569"/>
              </a:solidFill>
              <a:effectLst/>
              <a:latin typeface="Inter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96A4E6-6F56-5BFA-FCA7-F7E78279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445" y="2430543"/>
            <a:ext cx="484426" cy="4036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3334F5-1102-D7E0-D738-C287903D6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129" y="3612415"/>
            <a:ext cx="277058" cy="49328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EED35C-0ECB-2434-0840-C410A5FC75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129" y="4883882"/>
            <a:ext cx="369087" cy="40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095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58192-E1F6-7F3F-9E92-47D60C841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6600" b="1">
                <a:latin typeface="Californian FB" panose="0207040306080B030204" pitchFamily="18" charset="0"/>
              </a:rPr>
              <a:t>Thank You!</a:t>
            </a:r>
            <a:endParaRPr lang="en-IN" sz="6600">
              <a:latin typeface="Californian FB" panose="0207040306080B030204" pitchFamily="18" charset="0"/>
            </a:endParaRPr>
          </a:p>
        </p:txBody>
      </p:sp>
      <p:pic>
        <p:nvPicPr>
          <p:cNvPr id="3" name="Picture 2" descr="Floral Corner Border Design Element . 46150195 Vector Art at Vecteezy">
            <a:extLst>
              <a:ext uri="{FF2B5EF4-FFF2-40B4-BE49-F238E27FC236}">
                <a16:creationId xmlns:a16="http://schemas.microsoft.com/office/drawing/2014/main" id="{89E94DDA-A19E-0903-E97E-B32657BE3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1118" y="3278717"/>
            <a:ext cx="3579283" cy="3579283"/>
          </a:xfrm>
          <a:prstGeom prst="rect">
            <a:avLst/>
          </a:prstGeom>
        </p:spPr>
      </p:pic>
      <p:pic>
        <p:nvPicPr>
          <p:cNvPr id="4" name="Picture 3" descr="Simple Corner Border Design 56195806 Vector Art at Vecteezy">
            <a:extLst>
              <a:ext uri="{FF2B5EF4-FFF2-40B4-BE49-F238E27FC236}">
                <a16:creationId xmlns:a16="http://schemas.microsoft.com/office/drawing/2014/main" id="{EC6DFEB2-B7D2-EB9A-298C-536E645520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52" t="8693" r="2071" b="6387"/>
          <a:stretch>
            <a:fillRect/>
          </a:stretch>
        </p:blipFill>
        <p:spPr>
          <a:xfrm>
            <a:off x="0" y="0"/>
            <a:ext cx="3191934" cy="3039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266305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Bjorn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Bjor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58E17CF6-1BD7-439C-B13C-57B478723B62}" vid="{983041D9-13D3-43F3-B671-446E6DAE8C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498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Agency FB</vt:lpstr>
      <vt:lpstr>Algerian</vt:lpstr>
      <vt:lpstr>Arial</vt:lpstr>
      <vt:lpstr>Bahnschrift Condensed</vt:lpstr>
      <vt:lpstr>Californian FB</vt:lpstr>
      <vt:lpstr>Cambria Math</vt:lpstr>
      <vt:lpstr>Inter</vt:lpstr>
      <vt:lpstr>Neue Haas Grotesk Text Pro</vt:lpstr>
      <vt:lpstr>System Font Regular</vt:lpstr>
      <vt:lpstr>Bjorn</vt:lpstr>
      <vt:lpstr>Design and Simulation of a Digital Patient Emergency Alarm and Alert System  </vt:lpstr>
      <vt:lpstr>Introduction &amp; Problem Statement</vt:lpstr>
      <vt:lpstr>System Architecture &amp; Workflow</vt:lpstr>
      <vt:lpstr>What Triggers the Alarm?</vt:lpstr>
      <vt:lpstr>Truth Table (How Choices Dictate Output)</vt:lpstr>
      <vt:lpstr>Simplifying the Circuit Math</vt:lpstr>
      <vt:lpstr>Building the Logic Circuit</vt:lpstr>
      <vt:lpstr>Logic Gates Diagram  A = T+ not N (V+E)</vt:lpstr>
      <vt:lpstr>Visual Logic Circuit Schematic</vt:lpstr>
      <vt:lpstr>Testing and Simulation</vt:lpstr>
      <vt:lpstr>Why is this design great?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Srihitha Chintha</dc:creator>
  <cp:lastModifiedBy>Srihitha Chintha</cp:lastModifiedBy>
  <cp:revision>4</cp:revision>
  <dcterms:created xsi:type="dcterms:W3CDTF">2026-08-30T16:50:26Z</dcterms:created>
  <dcterms:modified xsi:type="dcterms:W3CDTF">2026-09-01T08:05:40Z</dcterms:modified>
</cp:coreProperties>
</file>